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Lst>
  <p:sldSz cx="32399288" cy="43200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94660"/>
  </p:normalViewPr>
  <p:slideViewPr>
    <p:cSldViewPr snapToGrid="0">
      <p:cViewPr>
        <p:scale>
          <a:sx n="33" d="100"/>
          <a:sy n="33" d="100"/>
        </p:scale>
        <p:origin x="84"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429947" y="7070108"/>
            <a:ext cx="27539395" cy="15040222"/>
          </a:xfrm>
        </p:spPr>
        <p:txBody>
          <a:bodyPr anchor="b"/>
          <a:lstStyle>
            <a:lvl1pPr algn="ctr">
              <a:defRPr sz="21259"/>
            </a:lvl1pPr>
          </a:lstStyle>
          <a:p>
            <a:r>
              <a:rPr lang="pt-BR"/>
              <a:t>Clique para editar o título Mestre</a:t>
            </a:r>
            <a:endParaRPr lang="en-US" dirty="0"/>
          </a:p>
        </p:txBody>
      </p:sp>
      <p:sp>
        <p:nvSpPr>
          <p:cNvPr id="3" name="Subtitle 2"/>
          <p:cNvSpPr>
            <a:spLocks noGrp="1"/>
          </p:cNvSpPr>
          <p:nvPr>
            <p:ph type="subTitle" idx="1"/>
          </p:nvPr>
        </p:nvSpPr>
        <p:spPr>
          <a:xfrm>
            <a:off x="4049911" y="22690338"/>
            <a:ext cx="24299466" cy="10430151"/>
          </a:xfrm>
        </p:spPr>
        <p:txBody>
          <a:bodyPr/>
          <a:lstStyle>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9491652C-FA45-40A6-9A10-3C463D436116}" type="datetimeFigureOut">
              <a:rPr lang="pt-BR" smtClean="0"/>
              <a:t>29/05/2026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65F109C-527C-4CEF-8E16-A4E430C089FD}" type="slidenum">
              <a:rPr lang="pt-BR" smtClean="0"/>
              <a:t>‹nº›</a:t>
            </a:fld>
            <a:endParaRPr lang="pt-BR"/>
          </a:p>
        </p:txBody>
      </p:sp>
    </p:spTree>
    <p:extLst>
      <p:ext uri="{BB962C8B-B14F-4D97-AF65-F5344CB8AC3E}">
        <p14:creationId xmlns:p14="http://schemas.microsoft.com/office/powerpoint/2010/main" val="3454571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491652C-FA45-40A6-9A10-3C463D436116}" type="datetimeFigureOut">
              <a:rPr lang="pt-BR" smtClean="0"/>
              <a:t>29/05/2026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65F109C-527C-4CEF-8E16-A4E430C089FD}" type="slidenum">
              <a:rPr lang="pt-BR" smtClean="0"/>
              <a:t>‹nº›</a:t>
            </a:fld>
            <a:endParaRPr lang="pt-BR"/>
          </a:p>
        </p:txBody>
      </p:sp>
    </p:spTree>
    <p:extLst>
      <p:ext uri="{BB962C8B-B14F-4D97-AF65-F5344CB8AC3E}">
        <p14:creationId xmlns:p14="http://schemas.microsoft.com/office/powerpoint/2010/main" val="779073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2210578" y="10770172"/>
            <a:ext cx="27944386" cy="17970262"/>
          </a:xfrm>
        </p:spPr>
        <p:txBody>
          <a:bodyPr anchor="b"/>
          <a:lstStyle>
            <a:lvl1pPr>
              <a:defRPr sz="21259"/>
            </a:lvl1pPr>
          </a:lstStyle>
          <a:p>
            <a:r>
              <a:rPr lang="pt-BR"/>
              <a:t>Clique para editar o título Mestre</a:t>
            </a:r>
            <a:endParaRPr lang="en-US" dirty="0"/>
          </a:p>
        </p:txBody>
      </p:sp>
      <p:sp>
        <p:nvSpPr>
          <p:cNvPr id="3" name="Text Placeholder 2"/>
          <p:cNvSpPr>
            <a:spLocks noGrp="1"/>
          </p:cNvSpPr>
          <p:nvPr>
            <p:ph type="body" idx="1"/>
          </p:nvPr>
        </p:nvSpPr>
        <p:spPr>
          <a:xfrm>
            <a:off x="2210578" y="28910440"/>
            <a:ext cx="27944386" cy="9450136"/>
          </a:xfrm>
        </p:spPr>
        <p:txBody>
          <a:bodyPr/>
          <a:lstStyle>
            <a:lvl1pPr marL="0" indent="0">
              <a:buNone/>
              <a:defRPr sz="8504">
                <a:solidFill>
                  <a:schemeClr val="tx1">
                    <a:tint val="82000"/>
                  </a:schemeClr>
                </a:solidFill>
              </a:defRPr>
            </a:lvl1pPr>
            <a:lvl2pPr marL="1619951" indent="0">
              <a:buNone/>
              <a:defRPr sz="7086">
                <a:solidFill>
                  <a:schemeClr val="tx1">
                    <a:tint val="82000"/>
                  </a:schemeClr>
                </a:solidFill>
              </a:defRPr>
            </a:lvl2pPr>
            <a:lvl3pPr marL="3239902" indent="0">
              <a:buNone/>
              <a:defRPr sz="6378">
                <a:solidFill>
                  <a:schemeClr val="tx1">
                    <a:tint val="82000"/>
                  </a:schemeClr>
                </a:solidFill>
              </a:defRPr>
            </a:lvl3pPr>
            <a:lvl4pPr marL="4859853" indent="0">
              <a:buNone/>
              <a:defRPr sz="5669">
                <a:solidFill>
                  <a:schemeClr val="tx1">
                    <a:tint val="82000"/>
                  </a:schemeClr>
                </a:solidFill>
              </a:defRPr>
            </a:lvl4pPr>
            <a:lvl5pPr marL="6479804" indent="0">
              <a:buNone/>
              <a:defRPr sz="5669">
                <a:solidFill>
                  <a:schemeClr val="tx1">
                    <a:tint val="82000"/>
                  </a:schemeClr>
                </a:solidFill>
              </a:defRPr>
            </a:lvl5pPr>
            <a:lvl6pPr marL="8099755" indent="0">
              <a:buNone/>
              <a:defRPr sz="5669">
                <a:solidFill>
                  <a:schemeClr val="tx1">
                    <a:tint val="82000"/>
                  </a:schemeClr>
                </a:solidFill>
              </a:defRPr>
            </a:lvl6pPr>
            <a:lvl7pPr marL="9719706" indent="0">
              <a:buNone/>
              <a:defRPr sz="5669">
                <a:solidFill>
                  <a:schemeClr val="tx1">
                    <a:tint val="82000"/>
                  </a:schemeClr>
                </a:solidFill>
              </a:defRPr>
            </a:lvl7pPr>
            <a:lvl8pPr marL="11339657" indent="0">
              <a:buNone/>
              <a:defRPr sz="5669">
                <a:solidFill>
                  <a:schemeClr val="tx1">
                    <a:tint val="82000"/>
                  </a:schemeClr>
                </a:solidFill>
              </a:defRPr>
            </a:lvl8pPr>
            <a:lvl9pPr marL="12959608" indent="0">
              <a:buNone/>
              <a:defRPr sz="5669">
                <a:solidFill>
                  <a:schemeClr val="tx1">
                    <a:tint val="82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9491652C-FA45-40A6-9A10-3C463D436116}" type="datetimeFigureOut">
              <a:rPr lang="pt-BR" smtClean="0"/>
              <a:t>29/05/2026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65F109C-527C-4CEF-8E16-A4E430C089FD}" type="slidenum">
              <a:rPr lang="pt-BR" smtClean="0"/>
              <a:t>‹nº›</a:t>
            </a:fld>
            <a:endParaRPr lang="pt-BR"/>
          </a:p>
        </p:txBody>
      </p:sp>
    </p:spTree>
    <p:extLst>
      <p:ext uri="{BB962C8B-B14F-4D97-AF65-F5344CB8AC3E}">
        <p14:creationId xmlns:p14="http://schemas.microsoft.com/office/powerpoint/2010/main" val="293024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2227451" y="11500170"/>
            <a:ext cx="13769697" cy="2741040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16402140" y="11500170"/>
            <a:ext cx="13769697" cy="2741040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9491652C-FA45-40A6-9A10-3C463D436116}" type="datetimeFigureOut">
              <a:rPr lang="pt-BR" smtClean="0"/>
              <a:t>29/05/2026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65F109C-527C-4CEF-8E16-A4E430C089FD}" type="slidenum">
              <a:rPr lang="pt-BR" smtClean="0"/>
              <a:t>‹nº›</a:t>
            </a:fld>
            <a:endParaRPr lang="pt-BR"/>
          </a:p>
        </p:txBody>
      </p:sp>
    </p:spTree>
    <p:extLst>
      <p:ext uri="{BB962C8B-B14F-4D97-AF65-F5344CB8AC3E}">
        <p14:creationId xmlns:p14="http://schemas.microsoft.com/office/powerpoint/2010/main" val="3834167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2231671" y="2300044"/>
            <a:ext cx="27944386" cy="8350126"/>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2231675" y="10590160"/>
            <a:ext cx="13706415" cy="5190073"/>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pt-BR"/>
              <a:t>Clique para editar os estilos de texto Mestres</a:t>
            </a:r>
          </a:p>
        </p:txBody>
      </p:sp>
      <p:sp>
        <p:nvSpPr>
          <p:cNvPr id="4" name="Content Placeholder 3"/>
          <p:cNvSpPr>
            <a:spLocks noGrp="1"/>
          </p:cNvSpPr>
          <p:nvPr>
            <p:ph sz="half" idx="2"/>
          </p:nvPr>
        </p:nvSpPr>
        <p:spPr>
          <a:xfrm>
            <a:off x="2231675" y="15780233"/>
            <a:ext cx="13706415" cy="23210346"/>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16402142" y="10590160"/>
            <a:ext cx="13773917" cy="5190073"/>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pt-BR"/>
              <a:t>Clique para editar os estilos de texto Mestres</a:t>
            </a:r>
          </a:p>
        </p:txBody>
      </p:sp>
      <p:sp>
        <p:nvSpPr>
          <p:cNvPr id="6" name="Content Placeholder 5"/>
          <p:cNvSpPr>
            <a:spLocks noGrp="1"/>
          </p:cNvSpPr>
          <p:nvPr>
            <p:ph sz="quarter" idx="4"/>
          </p:nvPr>
        </p:nvSpPr>
        <p:spPr>
          <a:xfrm>
            <a:off x="16402142" y="15780233"/>
            <a:ext cx="13773917" cy="23210346"/>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9491652C-FA45-40A6-9A10-3C463D436116}" type="datetimeFigureOut">
              <a:rPr lang="pt-BR" smtClean="0"/>
              <a:t>29/05/2026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165F109C-527C-4CEF-8E16-A4E430C089FD}" type="slidenum">
              <a:rPr lang="pt-BR" smtClean="0"/>
              <a:t>‹nº›</a:t>
            </a:fld>
            <a:endParaRPr lang="pt-BR"/>
          </a:p>
        </p:txBody>
      </p:sp>
    </p:spTree>
    <p:extLst>
      <p:ext uri="{BB962C8B-B14F-4D97-AF65-F5344CB8AC3E}">
        <p14:creationId xmlns:p14="http://schemas.microsoft.com/office/powerpoint/2010/main" val="772675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9491652C-FA45-40A6-9A10-3C463D436116}" type="datetimeFigureOut">
              <a:rPr lang="pt-BR" smtClean="0"/>
              <a:t>29/05/2026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165F109C-527C-4CEF-8E16-A4E430C089FD}" type="slidenum">
              <a:rPr lang="pt-BR" smtClean="0"/>
              <a:t>‹nº›</a:t>
            </a:fld>
            <a:endParaRPr lang="pt-BR"/>
          </a:p>
        </p:txBody>
      </p:sp>
    </p:spTree>
    <p:extLst>
      <p:ext uri="{BB962C8B-B14F-4D97-AF65-F5344CB8AC3E}">
        <p14:creationId xmlns:p14="http://schemas.microsoft.com/office/powerpoint/2010/main" val="1211432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91652C-FA45-40A6-9A10-3C463D436116}" type="datetimeFigureOut">
              <a:rPr lang="pt-BR" smtClean="0"/>
              <a:t>29/05/2026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165F109C-527C-4CEF-8E16-A4E430C089FD}" type="slidenum">
              <a:rPr lang="pt-BR" smtClean="0"/>
              <a:t>‹nº›</a:t>
            </a:fld>
            <a:endParaRPr lang="pt-BR"/>
          </a:p>
        </p:txBody>
      </p:sp>
    </p:spTree>
    <p:extLst>
      <p:ext uri="{BB962C8B-B14F-4D97-AF65-F5344CB8AC3E}">
        <p14:creationId xmlns:p14="http://schemas.microsoft.com/office/powerpoint/2010/main" val="2990277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231671" y="2880042"/>
            <a:ext cx="10449614" cy="10080149"/>
          </a:xfrm>
        </p:spPr>
        <p:txBody>
          <a:bodyPr anchor="b"/>
          <a:lstStyle>
            <a:lvl1pPr>
              <a:defRPr sz="11338"/>
            </a:lvl1pPr>
          </a:lstStyle>
          <a:p>
            <a:r>
              <a:rPr lang="pt-BR"/>
              <a:t>Clique para editar o título Mestre</a:t>
            </a:r>
            <a:endParaRPr lang="en-US" dirty="0"/>
          </a:p>
        </p:txBody>
      </p:sp>
      <p:sp>
        <p:nvSpPr>
          <p:cNvPr id="3" name="Content Placeholder 2"/>
          <p:cNvSpPr>
            <a:spLocks noGrp="1"/>
          </p:cNvSpPr>
          <p:nvPr>
            <p:ph idx="1"/>
          </p:nvPr>
        </p:nvSpPr>
        <p:spPr>
          <a:xfrm>
            <a:off x="13773917" y="6220102"/>
            <a:ext cx="16402140" cy="30700453"/>
          </a:xfrm>
        </p:spPr>
        <p:txBody>
          <a:bodyPr/>
          <a:lstStyle>
            <a:lvl1pPr>
              <a:defRPr sz="11338"/>
            </a:lvl1pPr>
            <a:lvl2pPr>
              <a:defRPr sz="9921"/>
            </a:lvl2pPr>
            <a:lvl3pPr>
              <a:defRPr sz="8504"/>
            </a:lvl3pPr>
            <a:lvl4pPr>
              <a:defRPr sz="7086"/>
            </a:lvl4pPr>
            <a:lvl5pPr>
              <a:defRPr sz="7086"/>
            </a:lvl5pPr>
            <a:lvl6pPr>
              <a:defRPr sz="7086"/>
            </a:lvl6pPr>
            <a:lvl7pPr>
              <a:defRPr sz="7086"/>
            </a:lvl7pPr>
            <a:lvl8pPr>
              <a:defRPr sz="7086"/>
            </a:lvl8pPr>
            <a:lvl9pPr>
              <a:defRPr sz="7086"/>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2231671" y="12960191"/>
            <a:ext cx="10449614" cy="24010358"/>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9491652C-FA45-40A6-9A10-3C463D436116}" type="datetimeFigureOut">
              <a:rPr lang="pt-BR" smtClean="0"/>
              <a:t>29/05/2026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65F109C-527C-4CEF-8E16-A4E430C089FD}" type="slidenum">
              <a:rPr lang="pt-BR" smtClean="0"/>
              <a:t>‹nº›</a:t>
            </a:fld>
            <a:endParaRPr lang="pt-BR"/>
          </a:p>
        </p:txBody>
      </p:sp>
    </p:spTree>
    <p:extLst>
      <p:ext uri="{BB962C8B-B14F-4D97-AF65-F5344CB8AC3E}">
        <p14:creationId xmlns:p14="http://schemas.microsoft.com/office/powerpoint/2010/main" val="1503834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231671" y="2880042"/>
            <a:ext cx="10449614" cy="10080149"/>
          </a:xfrm>
        </p:spPr>
        <p:txBody>
          <a:bodyPr anchor="b"/>
          <a:lstStyle>
            <a:lvl1pPr>
              <a:defRPr sz="11338"/>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3773917" y="6220102"/>
            <a:ext cx="16402140" cy="30700453"/>
          </a:xfrm>
        </p:spPr>
        <p:txBody>
          <a:bodyPr anchor="t"/>
          <a:lstStyle>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a:r>
              <a:rPr lang="pt-BR"/>
              <a:t>Clique no ícone para adicionar uma imagem</a:t>
            </a:r>
            <a:endParaRPr lang="en-US" dirty="0"/>
          </a:p>
        </p:txBody>
      </p:sp>
      <p:sp>
        <p:nvSpPr>
          <p:cNvPr id="4" name="Text Placeholder 3"/>
          <p:cNvSpPr>
            <a:spLocks noGrp="1"/>
          </p:cNvSpPr>
          <p:nvPr>
            <p:ph type="body" sz="half" idx="2"/>
          </p:nvPr>
        </p:nvSpPr>
        <p:spPr>
          <a:xfrm>
            <a:off x="2231671" y="12960191"/>
            <a:ext cx="10449614" cy="24010358"/>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9491652C-FA45-40A6-9A10-3C463D436116}" type="datetimeFigureOut">
              <a:rPr lang="pt-BR" smtClean="0"/>
              <a:t>29/05/2026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65F109C-527C-4CEF-8E16-A4E430C089FD}" type="slidenum">
              <a:rPr lang="pt-BR" smtClean="0"/>
              <a:t>‹nº›</a:t>
            </a:fld>
            <a:endParaRPr lang="pt-BR"/>
          </a:p>
        </p:txBody>
      </p:sp>
    </p:spTree>
    <p:extLst>
      <p:ext uri="{BB962C8B-B14F-4D97-AF65-F5344CB8AC3E}">
        <p14:creationId xmlns:p14="http://schemas.microsoft.com/office/powerpoint/2010/main" val="1213796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491652C-FA45-40A6-9A10-3C463D436116}" type="datetimeFigureOut">
              <a:rPr lang="pt-BR" smtClean="0"/>
              <a:t>29/05/2026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65F109C-527C-4CEF-8E16-A4E430C089FD}" type="slidenum">
              <a:rPr lang="pt-BR" smtClean="0"/>
              <a:t>‹nº›</a:t>
            </a:fld>
            <a:endParaRPr lang="pt-BR"/>
          </a:p>
        </p:txBody>
      </p:sp>
    </p:spTree>
    <p:extLst>
      <p:ext uri="{BB962C8B-B14F-4D97-AF65-F5344CB8AC3E}">
        <p14:creationId xmlns:p14="http://schemas.microsoft.com/office/powerpoint/2010/main" val="12972859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185742" y="2300034"/>
            <a:ext cx="6986096" cy="36610544"/>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2227453" y="2300034"/>
            <a:ext cx="20553298" cy="36610544"/>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491652C-FA45-40A6-9A10-3C463D436116}" type="datetimeFigureOut">
              <a:rPr lang="pt-BR" smtClean="0"/>
              <a:t>29/05/2026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65F109C-527C-4CEF-8E16-A4E430C089FD}" type="slidenum">
              <a:rPr lang="pt-BR" smtClean="0"/>
              <a:t>‹nº›</a:t>
            </a:fld>
            <a:endParaRPr lang="pt-BR"/>
          </a:p>
        </p:txBody>
      </p:sp>
    </p:spTree>
    <p:extLst>
      <p:ext uri="{BB962C8B-B14F-4D97-AF65-F5344CB8AC3E}">
        <p14:creationId xmlns:p14="http://schemas.microsoft.com/office/powerpoint/2010/main" val="1862455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7451" y="2300044"/>
            <a:ext cx="27944386" cy="8350126"/>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2227451" y="11500170"/>
            <a:ext cx="27944386" cy="2741040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2227451" y="40040601"/>
            <a:ext cx="7289840" cy="2300034"/>
          </a:xfrm>
          <a:prstGeom prst="rect">
            <a:avLst/>
          </a:prstGeom>
        </p:spPr>
        <p:txBody>
          <a:bodyPr vert="horz" lIns="91440" tIns="45720" rIns="91440" bIns="45720" rtlCol="0" anchor="ctr"/>
          <a:lstStyle>
            <a:lvl1pPr algn="l">
              <a:defRPr sz="4252">
                <a:solidFill>
                  <a:schemeClr val="tx1">
                    <a:tint val="82000"/>
                  </a:schemeClr>
                </a:solidFill>
              </a:defRPr>
            </a:lvl1pPr>
          </a:lstStyle>
          <a:p>
            <a:fld id="{9491652C-FA45-40A6-9A10-3C463D436116}" type="datetimeFigureOut">
              <a:rPr lang="pt-BR" smtClean="0"/>
              <a:t>29/05/2026</a:t>
            </a:fld>
            <a:endParaRPr lang="pt-BR"/>
          </a:p>
        </p:txBody>
      </p:sp>
      <p:sp>
        <p:nvSpPr>
          <p:cNvPr id="5" name="Footer Placeholder 4"/>
          <p:cNvSpPr>
            <a:spLocks noGrp="1"/>
          </p:cNvSpPr>
          <p:nvPr>
            <p:ph type="ftr" sz="quarter" idx="3"/>
          </p:nvPr>
        </p:nvSpPr>
        <p:spPr>
          <a:xfrm>
            <a:off x="10732264" y="40040601"/>
            <a:ext cx="10934760" cy="2300034"/>
          </a:xfrm>
          <a:prstGeom prst="rect">
            <a:avLst/>
          </a:prstGeom>
        </p:spPr>
        <p:txBody>
          <a:bodyPr vert="horz" lIns="91440" tIns="45720" rIns="91440" bIns="45720" rtlCol="0" anchor="ctr"/>
          <a:lstStyle>
            <a:lvl1pPr algn="ctr">
              <a:defRPr sz="4252">
                <a:solidFill>
                  <a:schemeClr val="tx1">
                    <a:tint val="82000"/>
                  </a:schemeClr>
                </a:solidFill>
              </a:defRPr>
            </a:lvl1pPr>
          </a:lstStyle>
          <a:p>
            <a:endParaRPr lang="pt-BR"/>
          </a:p>
        </p:txBody>
      </p:sp>
      <p:sp>
        <p:nvSpPr>
          <p:cNvPr id="6" name="Slide Number Placeholder 5"/>
          <p:cNvSpPr>
            <a:spLocks noGrp="1"/>
          </p:cNvSpPr>
          <p:nvPr>
            <p:ph type="sldNum" sz="quarter" idx="4"/>
          </p:nvPr>
        </p:nvSpPr>
        <p:spPr>
          <a:xfrm>
            <a:off x="22881997" y="40040601"/>
            <a:ext cx="7289840" cy="2300034"/>
          </a:xfrm>
          <a:prstGeom prst="rect">
            <a:avLst/>
          </a:prstGeom>
        </p:spPr>
        <p:txBody>
          <a:bodyPr vert="horz" lIns="91440" tIns="45720" rIns="91440" bIns="45720" rtlCol="0" anchor="ctr"/>
          <a:lstStyle>
            <a:lvl1pPr algn="r">
              <a:defRPr sz="4252">
                <a:solidFill>
                  <a:schemeClr val="tx1">
                    <a:tint val="82000"/>
                  </a:schemeClr>
                </a:solidFill>
              </a:defRPr>
            </a:lvl1pPr>
          </a:lstStyle>
          <a:p>
            <a:fld id="{165F109C-527C-4CEF-8E16-A4E430C089FD}" type="slidenum">
              <a:rPr lang="pt-BR" smtClean="0"/>
              <a:t>‹nº›</a:t>
            </a:fld>
            <a:endParaRPr lang="pt-BR"/>
          </a:p>
        </p:txBody>
      </p:sp>
    </p:spTree>
    <p:extLst>
      <p:ext uri="{BB962C8B-B14F-4D97-AF65-F5344CB8AC3E}">
        <p14:creationId xmlns:p14="http://schemas.microsoft.com/office/powerpoint/2010/main" val="405453018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3239902" rtl="0" eaLnBrk="1" latinLnBrk="0" hangingPunct="1">
        <a:lnSpc>
          <a:spcPct val="90000"/>
        </a:lnSpc>
        <a:spcBef>
          <a:spcPct val="0"/>
        </a:spcBef>
        <a:buNone/>
        <a:defRPr sz="15590" kern="1200">
          <a:solidFill>
            <a:schemeClr val="tx1"/>
          </a:solidFill>
          <a:latin typeface="+mj-lt"/>
          <a:ea typeface="+mj-ea"/>
          <a:cs typeface="+mj-cs"/>
        </a:defRPr>
      </a:lvl1pPr>
    </p:titleStyle>
    <p:bodyStyle>
      <a:lvl1pPr marL="809976" indent="-809976" algn="l" defTabSz="3239902" rtl="0" eaLnBrk="1" latinLnBrk="0" hangingPunct="1">
        <a:lnSpc>
          <a:spcPct val="90000"/>
        </a:lnSpc>
        <a:spcBef>
          <a:spcPts val="3543"/>
        </a:spcBef>
        <a:buFont typeface="Arial" panose="020B0604020202020204" pitchFamily="34" charset="0"/>
        <a:buChar char="•"/>
        <a:defRPr sz="9921" kern="1200">
          <a:solidFill>
            <a:schemeClr val="tx1"/>
          </a:solidFill>
          <a:latin typeface="+mn-lt"/>
          <a:ea typeface="+mn-ea"/>
          <a:cs typeface="+mn-cs"/>
        </a:defRPr>
      </a:lvl1pPr>
      <a:lvl2pPr marL="2429927" indent="-809976" algn="l" defTabSz="3239902" rtl="0" eaLnBrk="1" latinLnBrk="0" hangingPunct="1">
        <a:lnSpc>
          <a:spcPct val="90000"/>
        </a:lnSpc>
        <a:spcBef>
          <a:spcPts val="1772"/>
        </a:spcBef>
        <a:buFont typeface="Arial" panose="020B0604020202020204" pitchFamily="34" charset="0"/>
        <a:buChar char="•"/>
        <a:defRPr sz="8504" kern="1200">
          <a:solidFill>
            <a:schemeClr val="tx1"/>
          </a:solidFill>
          <a:latin typeface="+mn-lt"/>
          <a:ea typeface="+mn-ea"/>
          <a:cs typeface="+mn-cs"/>
        </a:defRPr>
      </a:lvl2pPr>
      <a:lvl3pPr marL="4049878" indent="-809976" algn="l" defTabSz="3239902" rtl="0" eaLnBrk="1" latinLnBrk="0" hangingPunct="1">
        <a:lnSpc>
          <a:spcPct val="90000"/>
        </a:lnSpc>
        <a:spcBef>
          <a:spcPts val="1772"/>
        </a:spcBef>
        <a:buFont typeface="Arial" panose="020B0604020202020204" pitchFamily="34" charset="0"/>
        <a:buChar char="•"/>
        <a:defRPr sz="7086" kern="1200">
          <a:solidFill>
            <a:schemeClr val="tx1"/>
          </a:solidFill>
          <a:latin typeface="+mn-lt"/>
          <a:ea typeface="+mn-ea"/>
          <a:cs typeface="+mn-cs"/>
        </a:defRPr>
      </a:lvl3pPr>
      <a:lvl4pPr marL="5669829"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4pPr>
      <a:lvl5pPr marL="7289780"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5pPr>
      <a:lvl6pPr marL="8909731"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6pPr>
      <a:lvl7pPr marL="10529682"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7pPr>
      <a:lvl8pPr marL="12149633"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8pPr>
      <a:lvl9pPr marL="13769584"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9pPr>
    </p:bodyStyle>
    <p:otherStyle>
      <a:defPPr>
        <a:defRPr lang="en-US"/>
      </a:defPPr>
      <a:lvl1pPr marL="0" algn="l" defTabSz="3239902" rtl="0" eaLnBrk="1" latinLnBrk="0" hangingPunct="1">
        <a:defRPr sz="6378" kern="1200">
          <a:solidFill>
            <a:schemeClr val="tx1"/>
          </a:solidFill>
          <a:latin typeface="+mn-lt"/>
          <a:ea typeface="+mn-ea"/>
          <a:cs typeface="+mn-cs"/>
        </a:defRPr>
      </a:lvl1pPr>
      <a:lvl2pPr marL="1619951" algn="l" defTabSz="3239902" rtl="0" eaLnBrk="1" latinLnBrk="0" hangingPunct="1">
        <a:defRPr sz="6378" kern="1200">
          <a:solidFill>
            <a:schemeClr val="tx1"/>
          </a:solidFill>
          <a:latin typeface="+mn-lt"/>
          <a:ea typeface="+mn-ea"/>
          <a:cs typeface="+mn-cs"/>
        </a:defRPr>
      </a:lvl2pPr>
      <a:lvl3pPr marL="3239902" algn="l" defTabSz="3239902" rtl="0" eaLnBrk="1" latinLnBrk="0" hangingPunct="1">
        <a:defRPr sz="6378" kern="1200">
          <a:solidFill>
            <a:schemeClr val="tx1"/>
          </a:solidFill>
          <a:latin typeface="+mn-lt"/>
          <a:ea typeface="+mn-ea"/>
          <a:cs typeface="+mn-cs"/>
        </a:defRPr>
      </a:lvl3pPr>
      <a:lvl4pPr marL="4859853" algn="l" defTabSz="3239902" rtl="0" eaLnBrk="1" latinLnBrk="0" hangingPunct="1">
        <a:defRPr sz="6378" kern="1200">
          <a:solidFill>
            <a:schemeClr val="tx1"/>
          </a:solidFill>
          <a:latin typeface="+mn-lt"/>
          <a:ea typeface="+mn-ea"/>
          <a:cs typeface="+mn-cs"/>
        </a:defRPr>
      </a:lvl4pPr>
      <a:lvl5pPr marL="6479804" algn="l" defTabSz="3239902" rtl="0" eaLnBrk="1" latinLnBrk="0" hangingPunct="1">
        <a:defRPr sz="6378" kern="1200">
          <a:solidFill>
            <a:schemeClr val="tx1"/>
          </a:solidFill>
          <a:latin typeface="+mn-lt"/>
          <a:ea typeface="+mn-ea"/>
          <a:cs typeface="+mn-cs"/>
        </a:defRPr>
      </a:lvl5pPr>
      <a:lvl6pPr marL="8099755" algn="l" defTabSz="3239902" rtl="0" eaLnBrk="1" latinLnBrk="0" hangingPunct="1">
        <a:defRPr sz="6378" kern="1200">
          <a:solidFill>
            <a:schemeClr val="tx1"/>
          </a:solidFill>
          <a:latin typeface="+mn-lt"/>
          <a:ea typeface="+mn-ea"/>
          <a:cs typeface="+mn-cs"/>
        </a:defRPr>
      </a:lvl6pPr>
      <a:lvl7pPr marL="9719706" algn="l" defTabSz="3239902" rtl="0" eaLnBrk="1" latinLnBrk="0" hangingPunct="1">
        <a:defRPr sz="6378" kern="1200">
          <a:solidFill>
            <a:schemeClr val="tx1"/>
          </a:solidFill>
          <a:latin typeface="+mn-lt"/>
          <a:ea typeface="+mn-ea"/>
          <a:cs typeface="+mn-cs"/>
        </a:defRPr>
      </a:lvl7pPr>
      <a:lvl8pPr marL="11339657" algn="l" defTabSz="3239902" rtl="0" eaLnBrk="1" latinLnBrk="0" hangingPunct="1">
        <a:defRPr sz="6378" kern="1200">
          <a:solidFill>
            <a:schemeClr val="tx1"/>
          </a:solidFill>
          <a:latin typeface="+mn-lt"/>
          <a:ea typeface="+mn-ea"/>
          <a:cs typeface="+mn-cs"/>
        </a:defRPr>
      </a:lvl8pPr>
      <a:lvl9pPr marL="12959608" algn="l" defTabSz="3239902" rtl="0" eaLnBrk="1" latinLnBrk="0" hangingPunct="1">
        <a:defRPr sz="63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BB26FF5E-B927-F5CF-8CD1-4ED38B0B57AB}"/>
              </a:ext>
            </a:extLst>
          </p:cNvPr>
          <p:cNvSpPr/>
          <p:nvPr/>
        </p:nvSpPr>
        <p:spPr>
          <a:xfrm>
            <a:off x="8120063" y="847657"/>
            <a:ext cx="23327520" cy="35544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5" name="Imagem 4" descr="Texto, Logotipo&#10;&#10;Descrição gerada automaticamente">
            <a:extLst>
              <a:ext uri="{FF2B5EF4-FFF2-40B4-BE49-F238E27FC236}">
                <a16:creationId xmlns:a16="http://schemas.microsoft.com/office/drawing/2014/main" id="{2FE1DEB6-F4C6-1413-B43D-2C2AADC5D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600860" cy="4945495"/>
          </a:xfrm>
          <a:prstGeom prst="rect">
            <a:avLst/>
          </a:prstGeom>
        </p:spPr>
      </p:pic>
      <p:sp>
        <p:nvSpPr>
          <p:cNvPr id="22" name="Text Box 2">
            <a:extLst>
              <a:ext uri="{FF2B5EF4-FFF2-40B4-BE49-F238E27FC236}">
                <a16:creationId xmlns:a16="http://schemas.microsoft.com/office/drawing/2014/main" id="{C20853C3-706B-73E8-8D62-31758612EBDB}"/>
              </a:ext>
            </a:extLst>
          </p:cNvPr>
          <p:cNvSpPr txBox="1">
            <a:spLocks noChangeArrowheads="1"/>
          </p:cNvSpPr>
          <p:nvPr/>
        </p:nvSpPr>
        <p:spPr bwMode="auto">
          <a:xfrm>
            <a:off x="8025782" y="-31868"/>
            <a:ext cx="23516082" cy="4598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 pos="14825663" algn="l"/>
                <a:tab pos="15274925" algn="l"/>
                <a:tab pos="15724188" algn="l"/>
                <a:tab pos="16173450" algn="l"/>
                <a:tab pos="16622713" algn="l"/>
                <a:tab pos="17071975" algn="l"/>
                <a:tab pos="17521238" algn="l"/>
                <a:tab pos="17970500" algn="l"/>
                <a:tab pos="18419763" algn="l"/>
                <a:tab pos="18869025" algn="l"/>
              </a:tabLst>
              <a:defRPr sz="8900">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 pos="14825663" algn="l"/>
                <a:tab pos="15274925" algn="l"/>
                <a:tab pos="15724188" algn="l"/>
                <a:tab pos="16173450" algn="l"/>
                <a:tab pos="16622713" algn="l"/>
                <a:tab pos="17071975" algn="l"/>
                <a:tab pos="17521238" algn="l"/>
                <a:tab pos="17970500" algn="l"/>
                <a:tab pos="18419763" algn="l"/>
                <a:tab pos="18869025" algn="l"/>
              </a:tabLst>
              <a:defRPr sz="8900">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 pos="14825663" algn="l"/>
                <a:tab pos="15274925" algn="l"/>
                <a:tab pos="15724188" algn="l"/>
                <a:tab pos="16173450" algn="l"/>
                <a:tab pos="16622713" algn="l"/>
                <a:tab pos="17071975" algn="l"/>
                <a:tab pos="17521238" algn="l"/>
                <a:tab pos="17970500" algn="l"/>
                <a:tab pos="18419763" algn="l"/>
                <a:tab pos="18869025" algn="l"/>
              </a:tabLst>
              <a:defRPr sz="8900">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 pos="14825663" algn="l"/>
                <a:tab pos="15274925" algn="l"/>
                <a:tab pos="15724188" algn="l"/>
                <a:tab pos="16173450" algn="l"/>
                <a:tab pos="16622713" algn="l"/>
                <a:tab pos="17071975" algn="l"/>
                <a:tab pos="17521238" algn="l"/>
                <a:tab pos="17970500" algn="l"/>
                <a:tab pos="18419763" algn="l"/>
                <a:tab pos="18869025" algn="l"/>
              </a:tabLst>
              <a:defRPr sz="8900">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 pos="14825663" algn="l"/>
                <a:tab pos="15274925" algn="l"/>
                <a:tab pos="15724188" algn="l"/>
                <a:tab pos="16173450" algn="l"/>
                <a:tab pos="16622713" algn="l"/>
                <a:tab pos="17071975" algn="l"/>
                <a:tab pos="17521238" algn="l"/>
                <a:tab pos="17970500" algn="l"/>
                <a:tab pos="18419763" algn="l"/>
                <a:tab pos="18869025" algn="l"/>
              </a:tabLst>
              <a:defRPr sz="8900">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 pos="14825663" algn="l"/>
                <a:tab pos="15274925" algn="l"/>
                <a:tab pos="15724188" algn="l"/>
                <a:tab pos="16173450" algn="l"/>
                <a:tab pos="16622713" algn="l"/>
                <a:tab pos="17071975" algn="l"/>
                <a:tab pos="17521238" algn="l"/>
                <a:tab pos="17970500" algn="l"/>
                <a:tab pos="18419763" algn="l"/>
                <a:tab pos="18869025" algn="l"/>
              </a:tabLst>
              <a:defRPr sz="8900">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 pos="14825663" algn="l"/>
                <a:tab pos="15274925" algn="l"/>
                <a:tab pos="15724188" algn="l"/>
                <a:tab pos="16173450" algn="l"/>
                <a:tab pos="16622713" algn="l"/>
                <a:tab pos="17071975" algn="l"/>
                <a:tab pos="17521238" algn="l"/>
                <a:tab pos="17970500" algn="l"/>
                <a:tab pos="18419763" algn="l"/>
                <a:tab pos="18869025" algn="l"/>
              </a:tabLst>
              <a:defRPr sz="8900">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 pos="14825663" algn="l"/>
                <a:tab pos="15274925" algn="l"/>
                <a:tab pos="15724188" algn="l"/>
                <a:tab pos="16173450" algn="l"/>
                <a:tab pos="16622713" algn="l"/>
                <a:tab pos="17071975" algn="l"/>
                <a:tab pos="17521238" algn="l"/>
                <a:tab pos="17970500" algn="l"/>
                <a:tab pos="18419763" algn="l"/>
                <a:tab pos="18869025" algn="l"/>
              </a:tabLst>
              <a:defRPr sz="8900">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 pos="14825663" algn="l"/>
                <a:tab pos="15274925" algn="l"/>
                <a:tab pos="15724188" algn="l"/>
                <a:tab pos="16173450" algn="l"/>
                <a:tab pos="16622713" algn="l"/>
                <a:tab pos="17071975" algn="l"/>
                <a:tab pos="17521238" algn="l"/>
                <a:tab pos="17970500" algn="l"/>
                <a:tab pos="18419763" algn="l"/>
                <a:tab pos="18869025" algn="l"/>
              </a:tabLst>
              <a:defRPr sz="8900">
                <a:solidFill>
                  <a:srgbClr val="000000"/>
                </a:solidFill>
                <a:latin typeface="Arial" panose="020B0604020202020204" pitchFamily="34" charset="0"/>
                <a:ea typeface="Microsoft YaHei" panose="020B0503020204020204" pitchFamily="34" charset="-122"/>
              </a:defRPr>
            </a:lvl9pPr>
          </a:lstStyle>
          <a:p>
            <a:pPr algn="ctr">
              <a:spcBef>
                <a:spcPts val="2625"/>
              </a:spcBef>
              <a:buClrTx/>
              <a:buFontTx/>
              <a:buNone/>
            </a:pPr>
            <a:endParaRPr lang="pt-BR" altLang="pt-BR" sz="4200" b="1" dirty="0"/>
          </a:p>
          <a:p>
            <a:pPr algn="ctr">
              <a:spcBef>
                <a:spcPts val="2625"/>
              </a:spcBef>
              <a:buClrTx/>
              <a:buFontTx/>
              <a:buNone/>
            </a:pPr>
            <a:r>
              <a:rPr lang="pt-BR" altLang="pt-BR" sz="4200" b="1" dirty="0">
                <a:solidFill>
                  <a:schemeClr val="bg1"/>
                </a:solidFill>
              </a:rPr>
              <a:t>PROJETO DE EXTENSÃO EM CRIAÇÃO DE SISTEMAS</a:t>
            </a:r>
          </a:p>
          <a:p>
            <a:pPr algn="ctr">
              <a:spcBef>
                <a:spcPts val="2625"/>
              </a:spcBef>
              <a:buClrTx/>
              <a:buFontTx/>
              <a:buNone/>
            </a:pPr>
            <a:r>
              <a:rPr lang="pt-BR" altLang="pt-BR" sz="4000" b="1" dirty="0">
                <a:solidFill>
                  <a:schemeClr val="bg1"/>
                </a:solidFill>
              </a:rPr>
              <a:t>Breno Souza - 3025106713 / Carlos Daniel - 3025200264 / Guilherme </a:t>
            </a:r>
            <a:r>
              <a:rPr lang="pt-BR" altLang="pt-BR" sz="4000" b="1" dirty="0" err="1">
                <a:solidFill>
                  <a:schemeClr val="bg1"/>
                </a:solidFill>
              </a:rPr>
              <a:t>Gorri</a:t>
            </a:r>
            <a:r>
              <a:rPr lang="pt-BR" altLang="pt-BR" sz="4000" b="1" dirty="0">
                <a:solidFill>
                  <a:schemeClr val="bg1"/>
                </a:solidFill>
              </a:rPr>
              <a:t> - 3025106026 </a:t>
            </a:r>
          </a:p>
          <a:p>
            <a:pPr algn="ctr">
              <a:spcBef>
                <a:spcPts val="2625"/>
              </a:spcBef>
              <a:buClrTx/>
              <a:buFontTx/>
              <a:buNone/>
            </a:pPr>
            <a:r>
              <a:rPr lang="pt-BR" altLang="pt-BR" sz="4000" b="1" dirty="0">
                <a:solidFill>
                  <a:schemeClr val="bg1"/>
                </a:solidFill>
              </a:rPr>
              <a:t>Matheus Landim - 3025106105 / Monique Barros - 3025106709 / Vitor Ferreira - 3025107104   </a:t>
            </a:r>
          </a:p>
          <a:p>
            <a:pPr algn="ctr">
              <a:spcBef>
                <a:spcPts val="2625"/>
              </a:spcBef>
              <a:buClrTx/>
              <a:buFontTx/>
              <a:buNone/>
            </a:pPr>
            <a:endParaRPr lang="pt-BR" altLang="pt-BR" sz="4200" b="1" dirty="0"/>
          </a:p>
        </p:txBody>
      </p:sp>
      <p:sp>
        <p:nvSpPr>
          <p:cNvPr id="24" name="Text Box 4">
            <a:extLst>
              <a:ext uri="{FF2B5EF4-FFF2-40B4-BE49-F238E27FC236}">
                <a16:creationId xmlns:a16="http://schemas.microsoft.com/office/drawing/2014/main" id="{04EA8491-46E9-CEFD-AF4C-F952C9AAB026}"/>
              </a:ext>
            </a:extLst>
          </p:cNvPr>
          <p:cNvSpPr txBox="1">
            <a:spLocks noChangeArrowheads="1"/>
          </p:cNvSpPr>
          <p:nvPr/>
        </p:nvSpPr>
        <p:spPr bwMode="auto">
          <a:xfrm>
            <a:off x="1704182" y="42192969"/>
            <a:ext cx="27063700" cy="5869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 pos="14825663" algn="l"/>
                <a:tab pos="15274925" algn="l"/>
                <a:tab pos="15724188" algn="l"/>
                <a:tab pos="16173450" algn="l"/>
                <a:tab pos="16622713" algn="l"/>
                <a:tab pos="17071975" algn="l"/>
                <a:tab pos="17521238" algn="l"/>
                <a:tab pos="17970500" algn="l"/>
                <a:tab pos="18419763" algn="l"/>
                <a:tab pos="18869025" algn="l"/>
              </a:tabLst>
              <a:defRPr sz="8900">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 pos="14825663" algn="l"/>
                <a:tab pos="15274925" algn="l"/>
                <a:tab pos="15724188" algn="l"/>
                <a:tab pos="16173450" algn="l"/>
                <a:tab pos="16622713" algn="l"/>
                <a:tab pos="17071975" algn="l"/>
                <a:tab pos="17521238" algn="l"/>
                <a:tab pos="17970500" algn="l"/>
                <a:tab pos="18419763" algn="l"/>
                <a:tab pos="18869025" algn="l"/>
              </a:tabLst>
              <a:defRPr sz="8900">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 pos="14825663" algn="l"/>
                <a:tab pos="15274925" algn="l"/>
                <a:tab pos="15724188" algn="l"/>
                <a:tab pos="16173450" algn="l"/>
                <a:tab pos="16622713" algn="l"/>
                <a:tab pos="17071975" algn="l"/>
                <a:tab pos="17521238" algn="l"/>
                <a:tab pos="17970500" algn="l"/>
                <a:tab pos="18419763" algn="l"/>
                <a:tab pos="18869025" algn="l"/>
              </a:tabLst>
              <a:defRPr sz="8900">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 pos="14825663" algn="l"/>
                <a:tab pos="15274925" algn="l"/>
                <a:tab pos="15724188" algn="l"/>
                <a:tab pos="16173450" algn="l"/>
                <a:tab pos="16622713" algn="l"/>
                <a:tab pos="17071975" algn="l"/>
                <a:tab pos="17521238" algn="l"/>
                <a:tab pos="17970500" algn="l"/>
                <a:tab pos="18419763" algn="l"/>
                <a:tab pos="18869025" algn="l"/>
              </a:tabLst>
              <a:defRPr sz="8900">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 pos="14825663" algn="l"/>
                <a:tab pos="15274925" algn="l"/>
                <a:tab pos="15724188" algn="l"/>
                <a:tab pos="16173450" algn="l"/>
                <a:tab pos="16622713" algn="l"/>
                <a:tab pos="17071975" algn="l"/>
                <a:tab pos="17521238" algn="l"/>
                <a:tab pos="17970500" algn="l"/>
                <a:tab pos="18419763" algn="l"/>
                <a:tab pos="18869025" algn="l"/>
              </a:tabLst>
              <a:defRPr sz="8900">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 pos="14825663" algn="l"/>
                <a:tab pos="15274925" algn="l"/>
                <a:tab pos="15724188" algn="l"/>
                <a:tab pos="16173450" algn="l"/>
                <a:tab pos="16622713" algn="l"/>
                <a:tab pos="17071975" algn="l"/>
                <a:tab pos="17521238" algn="l"/>
                <a:tab pos="17970500" algn="l"/>
                <a:tab pos="18419763" algn="l"/>
                <a:tab pos="18869025" algn="l"/>
              </a:tabLst>
              <a:defRPr sz="8900">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 pos="14825663" algn="l"/>
                <a:tab pos="15274925" algn="l"/>
                <a:tab pos="15724188" algn="l"/>
                <a:tab pos="16173450" algn="l"/>
                <a:tab pos="16622713" algn="l"/>
                <a:tab pos="17071975" algn="l"/>
                <a:tab pos="17521238" algn="l"/>
                <a:tab pos="17970500" algn="l"/>
                <a:tab pos="18419763" algn="l"/>
                <a:tab pos="18869025" algn="l"/>
              </a:tabLst>
              <a:defRPr sz="8900">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 pos="14825663" algn="l"/>
                <a:tab pos="15274925" algn="l"/>
                <a:tab pos="15724188" algn="l"/>
                <a:tab pos="16173450" algn="l"/>
                <a:tab pos="16622713" algn="l"/>
                <a:tab pos="17071975" algn="l"/>
                <a:tab pos="17521238" algn="l"/>
                <a:tab pos="17970500" algn="l"/>
                <a:tab pos="18419763" algn="l"/>
                <a:tab pos="18869025" algn="l"/>
              </a:tabLst>
              <a:defRPr sz="8900">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 pos="14825663" algn="l"/>
                <a:tab pos="15274925" algn="l"/>
                <a:tab pos="15724188" algn="l"/>
                <a:tab pos="16173450" algn="l"/>
                <a:tab pos="16622713" algn="l"/>
                <a:tab pos="17071975" algn="l"/>
                <a:tab pos="17521238" algn="l"/>
                <a:tab pos="17970500" algn="l"/>
                <a:tab pos="18419763" algn="l"/>
                <a:tab pos="18869025" algn="l"/>
              </a:tabLst>
              <a:defRPr sz="8900">
                <a:solidFill>
                  <a:srgbClr val="000000"/>
                </a:solidFill>
                <a:latin typeface="Arial" panose="020B0604020202020204" pitchFamily="34" charset="0"/>
                <a:ea typeface="Microsoft YaHei" panose="020B0503020204020204" pitchFamily="34" charset="-122"/>
              </a:defRPr>
            </a:lvl9pPr>
          </a:lstStyle>
          <a:p>
            <a:pPr algn="ctr">
              <a:buClrTx/>
              <a:buFontTx/>
              <a:buNone/>
            </a:pPr>
            <a:r>
              <a:rPr lang="pt-BR" altLang="pt-BR" sz="3200" baseline="30000" dirty="0">
                <a:latin typeface="Garamond" panose="02020404030301010803" pitchFamily="18" charset="0"/>
                <a:cs typeface="Times New Roman" panose="02020603050405020304" pitchFamily="18" charset="0"/>
              </a:rPr>
              <a:t>1 SÃO PAULO/2026</a:t>
            </a:r>
            <a:endParaRPr lang="pt-BR" altLang="pt-BR" sz="3200" dirty="0"/>
          </a:p>
        </p:txBody>
      </p:sp>
      <p:sp>
        <p:nvSpPr>
          <p:cNvPr id="25" name="Text Box 5">
            <a:extLst>
              <a:ext uri="{FF2B5EF4-FFF2-40B4-BE49-F238E27FC236}">
                <a16:creationId xmlns:a16="http://schemas.microsoft.com/office/drawing/2014/main" id="{F6A21990-4946-7179-FE27-68E8666CD34F}"/>
              </a:ext>
            </a:extLst>
          </p:cNvPr>
          <p:cNvSpPr txBox="1">
            <a:spLocks noChangeArrowheads="1"/>
          </p:cNvSpPr>
          <p:nvPr/>
        </p:nvSpPr>
        <p:spPr bwMode="auto">
          <a:xfrm>
            <a:off x="1216576" y="13218130"/>
            <a:ext cx="13841413" cy="102511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9pPr>
          </a:lstStyle>
          <a:p>
            <a:pPr>
              <a:buClrTx/>
              <a:buFontTx/>
              <a:buNone/>
            </a:pPr>
            <a:r>
              <a:rPr lang="pt-BR" altLang="pt-BR" sz="4400" b="1" dirty="0"/>
              <a:t>DIAGNÓSTICO</a:t>
            </a:r>
          </a:p>
          <a:p>
            <a:pPr>
              <a:buClrTx/>
              <a:buFontTx/>
              <a:buNone/>
            </a:pPr>
            <a:endParaRPr lang="pt-BR" altLang="pt-BR" sz="4400" dirty="0"/>
          </a:p>
          <a:p>
            <a:pPr algn="just">
              <a:buClrTx/>
              <a:buFontTx/>
              <a:buNone/>
            </a:pPr>
            <a:r>
              <a:rPr lang="pt-BR" altLang="pt-BR" sz="4400" dirty="0"/>
              <a:t>A loja Lado Doce, é uma marca de T-</a:t>
            </a:r>
            <a:r>
              <a:rPr lang="pt-BR" altLang="pt-BR" sz="4400" dirty="0" err="1"/>
              <a:t>shirts</a:t>
            </a:r>
            <a:r>
              <a:rPr lang="pt-BR" altLang="pt-BR" sz="4400" dirty="0"/>
              <a:t> fundada oficialmente em 2020, mas já atuava com esse nome antes de 2016, sempre realizou suas vendas exclusivamente por meio de atendimento presencial no Brás(SP), e por meio de canais informais, como WhatsApp, mas sempre teve um grande público no Instagram com quase 80k de seguidores. Em resumo não havia nenhum sistema digital de cadastro de produtos, controle de pedidos ou processamento de pagamentos online, limitando o alcance da marca e aumentando a carga operacional sobre a empreendedora.</a:t>
            </a:r>
            <a:endParaRPr lang="pt-BR" altLang="pt-BR" sz="4400" dirty="0">
              <a:latin typeface="Times New Roman" panose="02020603050405020304" pitchFamily="18" charset="0"/>
            </a:endParaRPr>
          </a:p>
          <a:p>
            <a:pPr algn="just">
              <a:buClrTx/>
              <a:buFontTx/>
              <a:buNone/>
            </a:pPr>
            <a:endParaRPr lang="pt-BR" altLang="pt-BR" sz="4400" dirty="0">
              <a:latin typeface="Times New Roman" panose="02020603050405020304" pitchFamily="18" charset="0"/>
            </a:endParaRPr>
          </a:p>
        </p:txBody>
      </p:sp>
      <p:sp>
        <p:nvSpPr>
          <p:cNvPr id="26" name="Text Box 6">
            <a:extLst>
              <a:ext uri="{FF2B5EF4-FFF2-40B4-BE49-F238E27FC236}">
                <a16:creationId xmlns:a16="http://schemas.microsoft.com/office/drawing/2014/main" id="{1DD6B19F-1B54-E16E-A3B4-6D62C9B3ABBB}"/>
              </a:ext>
            </a:extLst>
          </p:cNvPr>
          <p:cNvSpPr txBox="1">
            <a:spLocks noChangeArrowheads="1"/>
          </p:cNvSpPr>
          <p:nvPr/>
        </p:nvSpPr>
        <p:spPr bwMode="auto">
          <a:xfrm>
            <a:off x="16694944" y="36731716"/>
            <a:ext cx="14492288" cy="4157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Lst>
              <a:defRPr sz="8900">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Lst>
              <a:defRPr sz="8900">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Lst>
              <a:defRPr sz="8900">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Lst>
              <a:defRPr sz="8900">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Lst>
              <a:defRPr sz="8900">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Lst>
              <a:defRPr sz="8900">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Lst>
              <a:defRPr sz="8900">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Lst>
              <a:defRPr sz="8900">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 pos="13927138" algn="l"/>
                <a:tab pos="14376400" algn="l"/>
              </a:tabLst>
              <a:defRPr sz="8900">
                <a:solidFill>
                  <a:srgbClr val="000000"/>
                </a:solidFill>
                <a:latin typeface="Arial" panose="020B0604020202020204" pitchFamily="34" charset="0"/>
                <a:ea typeface="Microsoft YaHei" panose="020B0503020204020204" pitchFamily="34" charset="-122"/>
              </a:defRPr>
            </a:lvl9pPr>
          </a:lstStyle>
          <a:p>
            <a:pPr>
              <a:buClrTx/>
              <a:buFontTx/>
              <a:buNone/>
            </a:pPr>
            <a:r>
              <a:rPr lang="pt-BR" altLang="pt-BR" sz="4000" b="1" dirty="0"/>
              <a:t>DADOS DA EMPRESA PARCEIRA DO PROJETO </a:t>
            </a:r>
          </a:p>
          <a:p>
            <a:pPr>
              <a:buClrTx/>
              <a:buFontTx/>
              <a:buNone/>
            </a:pPr>
            <a:endParaRPr lang="pt-BR" altLang="pt-BR" sz="3200" dirty="0">
              <a:cs typeface="Times New Roman" panose="02020603050405020304" pitchFamily="18" charset="0"/>
            </a:endParaRPr>
          </a:p>
          <a:p>
            <a:pPr>
              <a:buClrTx/>
              <a:buFontTx/>
              <a:buNone/>
            </a:pPr>
            <a:r>
              <a:rPr lang="pt-BR" altLang="pt-BR" sz="3600" dirty="0">
                <a:cs typeface="Times New Roman" panose="02020603050405020304" pitchFamily="18" charset="0"/>
              </a:rPr>
              <a:t>NOME DA EMPRESA: </a:t>
            </a:r>
            <a:r>
              <a:rPr lang="pt-BR" altLang="pt-BR" sz="3600" dirty="0"/>
              <a:t>Lado Doce T-</a:t>
            </a:r>
            <a:r>
              <a:rPr lang="pt-BR" altLang="pt-BR" sz="3600" dirty="0" err="1"/>
              <a:t>shirts</a:t>
            </a:r>
            <a:endParaRPr lang="pt-BR" altLang="pt-BR" sz="3600" dirty="0">
              <a:cs typeface="Times New Roman" panose="02020603050405020304" pitchFamily="18" charset="0"/>
            </a:endParaRPr>
          </a:p>
          <a:p>
            <a:pPr>
              <a:buClrTx/>
              <a:buFontTx/>
              <a:buNone/>
            </a:pPr>
            <a:r>
              <a:rPr lang="pt-BR" altLang="pt-BR" sz="3600" dirty="0">
                <a:cs typeface="Times New Roman" panose="02020603050405020304" pitchFamily="18" charset="0"/>
              </a:rPr>
              <a:t>ENDEREÇO: </a:t>
            </a:r>
            <a:r>
              <a:rPr lang="pt-BR" altLang="pt-BR" sz="3600" dirty="0"/>
              <a:t>Rua Hannemann, 352 — São Paulo / SP</a:t>
            </a:r>
            <a:endParaRPr lang="pt-BR" altLang="pt-BR" sz="3600" dirty="0">
              <a:cs typeface="Times New Roman" panose="02020603050405020304" pitchFamily="18" charset="0"/>
            </a:endParaRPr>
          </a:p>
          <a:p>
            <a:pPr>
              <a:buClrTx/>
              <a:buFontTx/>
              <a:buNone/>
            </a:pPr>
            <a:r>
              <a:rPr lang="pt-BR" altLang="pt-BR" sz="3600" dirty="0">
                <a:cs typeface="Times New Roman" panose="02020603050405020304" pitchFamily="18" charset="0"/>
              </a:rPr>
              <a:t>CONTATO: (</a:t>
            </a:r>
            <a:r>
              <a:rPr lang="pt-BR" altLang="pt-BR" sz="3600" dirty="0"/>
              <a:t>11) 94054-6668 | @ladodocetshirt</a:t>
            </a:r>
            <a:r>
              <a:rPr lang="pt-BR" altLang="pt-BR" sz="3600" dirty="0">
                <a:cs typeface="Times New Roman" panose="02020603050405020304" pitchFamily="18" charset="0"/>
              </a:rPr>
              <a:t> </a:t>
            </a:r>
          </a:p>
          <a:p>
            <a:pPr>
              <a:buClrTx/>
              <a:buFontTx/>
              <a:buNone/>
            </a:pPr>
            <a:r>
              <a:rPr lang="pt-BR" altLang="pt-BR" sz="3600" dirty="0">
                <a:cs typeface="Times New Roman" panose="02020603050405020304" pitchFamily="18" charset="0"/>
              </a:rPr>
              <a:t>SEGMENTO DA ATUAÇÃO: </a:t>
            </a:r>
            <a:r>
              <a:rPr lang="pt-BR" altLang="pt-BR" sz="3600" dirty="0"/>
              <a:t>Moda / T-</a:t>
            </a:r>
            <a:r>
              <a:rPr lang="pt-BR" altLang="pt-BR" sz="3600" dirty="0" err="1"/>
              <a:t>shirts</a:t>
            </a:r>
            <a:r>
              <a:rPr lang="pt-BR" altLang="pt-BR" sz="3600" dirty="0"/>
              <a:t> — Fabricação própria</a:t>
            </a:r>
            <a:endParaRPr lang="pt-BR" altLang="pt-BR" sz="3600" dirty="0">
              <a:cs typeface="Times New Roman" panose="02020603050405020304" pitchFamily="18" charset="0"/>
            </a:endParaRPr>
          </a:p>
          <a:p>
            <a:pPr>
              <a:buClrTx/>
              <a:buFontTx/>
              <a:buNone/>
            </a:pPr>
            <a:endParaRPr lang="pt-BR" altLang="pt-BR" sz="2400" dirty="0">
              <a:cs typeface="Times New Roman" panose="02020603050405020304" pitchFamily="18" charset="0"/>
            </a:endParaRPr>
          </a:p>
          <a:p>
            <a:pPr>
              <a:buClrTx/>
              <a:buFontTx/>
              <a:buNone/>
            </a:pPr>
            <a:endParaRPr lang="pt-BR" altLang="pt-BR" sz="2400" dirty="0">
              <a:cs typeface="Times New Roman" panose="02020603050405020304" pitchFamily="18" charset="0"/>
            </a:endParaRPr>
          </a:p>
        </p:txBody>
      </p:sp>
      <p:sp>
        <p:nvSpPr>
          <p:cNvPr id="27" name="Rectangle 7">
            <a:extLst>
              <a:ext uri="{FF2B5EF4-FFF2-40B4-BE49-F238E27FC236}">
                <a16:creationId xmlns:a16="http://schemas.microsoft.com/office/drawing/2014/main" id="{D33FC479-350D-10E5-9C38-586A9F8CA712}"/>
              </a:ext>
            </a:extLst>
          </p:cNvPr>
          <p:cNvSpPr>
            <a:spLocks noChangeArrowheads="1"/>
          </p:cNvSpPr>
          <p:nvPr/>
        </p:nvSpPr>
        <p:spPr bwMode="auto">
          <a:xfrm>
            <a:off x="1989647" y="30462283"/>
            <a:ext cx="12651353" cy="6712523"/>
          </a:xfrm>
          <a:prstGeom prst="rect">
            <a:avLst/>
          </a:prstGeom>
          <a:blipFill dpi="0" rotWithShape="1">
            <a:blip r:embed="rId3"/>
            <a:srcRect/>
            <a:stretch>
              <a:fillRect/>
            </a:stretch>
          </a:blipFill>
          <a:ln w="9360" cap="sq">
            <a:solidFill>
              <a:srgbClr val="000000"/>
            </a:solidFill>
            <a:round/>
            <a:headEnd/>
            <a:tailEnd/>
          </a:ln>
          <a:effectLst/>
        </p:spPr>
        <p:txBody>
          <a:bodyPr wrap="none" anchor="ctr"/>
          <a:lstStyle/>
          <a:p>
            <a:endParaRPr lang="pt-BR" dirty="0"/>
          </a:p>
        </p:txBody>
      </p:sp>
      <p:sp>
        <p:nvSpPr>
          <p:cNvPr id="28" name="Text Box 8">
            <a:extLst>
              <a:ext uri="{FF2B5EF4-FFF2-40B4-BE49-F238E27FC236}">
                <a16:creationId xmlns:a16="http://schemas.microsoft.com/office/drawing/2014/main" id="{37CCC137-5550-AB3F-91DD-E4F890CC172A}"/>
              </a:ext>
            </a:extLst>
          </p:cNvPr>
          <p:cNvSpPr txBox="1">
            <a:spLocks noChangeArrowheads="1"/>
          </p:cNvSpPr>
          <p:nvPr/>
        </p:nvSpPr>
        <p:spPr bwMode="auto">
          <a:xfrm>
            <a:off x="21853866" y="21607584"/>
            <a:ext cx="4372007" cy="479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9pPr>
          </a:lstStyle>
          <a:p>
            <a:pPr>
              <a:buClrTx/>
              <a:buFontTx/>
              <a:buNone/>
            </a:pPr>
            <a:r>
              <a:rPr lang="pt-BR" altLang="pt-BR" sz="2500" dirty="0">
                <a:latin typeface="Times New Roman" panose="02020603050405020304" pitchFamily="18" charset="0"/>
              </a:rPr>
              <a:t>Foto 2: Lançamentos da Semana</a:t>
            </a:r>
          </a:p>
        </p:txBody>
      </p:sp>
      <p:sp>
        <p:nvSpPr>
          <p:cNvPr id="29" name="Rectangle 9">
            <a:extLst>
              <a:ext uri="{FF2B5EF4-FFF2-40B4-BE49-F238E27FC236}">
                <a16:creationId xmlns:a16="http://schemas.microsoft.com/office/drawing/2014/main" id="{69B2960D-BA95-2D18-5694-680140A56FEC}"/>
              </a:ext>
            </a:extLst>
          </p:cNvPr>
          <p:cNvSpPr>
            <a:spLocks noChangeArrowheads="1"/>
          </p:cNvSpPr>
          <p:nvPr/>
        </p:nvSpPr>
        <p:spPr bwMode="auto">
          <a:xfrm>
            <a:off x="17055306" y="31864712"/>
            <a:ext cx="6984565" cy="3830826"/>
          </a:xfrm>
          <a:prstGeom prst="rect">
            <a:avLst/>
          </a:prstGeom>
          <a:blipFill>
            <a:blip r:embed="rId4"/>
            <a:stretch>
              <a:fillRect/>
            </a:stretch>
          </a:blipFill>
          <a:ln w="9360" cap="sq">
            <a:solidFill>
              <a:srgbClr val="000000"/>
            </a:solidFill>
            <a:round/>
            <a:headEnd/>
            <a:tailEnd/>
          </a:ln>
          <a:effectLst/>
        </p:spPr>
        <p:txBody>
          <a:bodyPr wrap="none" anchor="ctr"/>
          <a:lstStyle/>
          <a:p>
            <a:endParaRPr lang="pt-BR"/>
          </a:p>
        </p:txBody>
      </p:sp>
      <p:sp>
        <p:nvSpPr>
          <p:cNvPr id="30" name="Rectangle 10">
            <a:extLst>
              <a:ext uri="{FF2B5EF4-FFF2-40B4-BE49-F238E27FC236}">
                <a16:creationId xmlns:a16="http://schemas.microsoft.com/office/drawing/2014/main" id="{FCFBFB33-3AA6-AF42-EAC3-8D16799859E1}"/>
              </a:ext>
            </a:extLst>
          </p:cNvPr>
          <p:cNvSpPr>
            <a:spLocks noChangeArrowheads="1"/>
          </p:cNvSpPr>
          <p:nvPr/>
        </p:nvSpPr>
        <p:spPr bwMode="auto">
          <a:xfrm>
            <a:off x="24299069" y="31861823"/>
            <a:ext cx="6984565" cy="3830825"/>
          </a:xfrm>
          <a:prstGeom prst="rect">
            <a:avLst/>
          </a:prstGeom>
          <a:blipFill>
            <a:blip r:embed="rId5"/>
            <a:stretch>
              <a:fillRect/>
            </a:stretch>
          </a:blipFill>
          <a:ln w="9360" cap="sq">
            <a:solidFill>
              <a:srgbClr val="000000"/>
            </a:solidFill>
            <a:round/>
            <a:headEnd/>
            <a:tailEnd/>
          </a:ln>
          <a:effectLst/>
        </p:spPr>
        <p:txBody>
          <a:bodyPr wrap="none" anchor="ctr"/>
          <a:lstStyle/>
          <a:p>
            <a:endParaRPr lang="pt-BR"/>
          </a:p>
        </p:txBody>
      </p:sp>
      <p:sp>
        <p:nvSpPr>
          <p:cNvPr id="31" name="Text Box 11">
            <a:extLst>
              <a:ext uri="{FF2B5EF4-FFF2-40B4-BE49-F238E27FC236}">
                <a16:creationId xmlns:a16="http://schemas.microsoft.com/office/drawing/2014/main" id="{F6BE5A2E-A99A-7FBE-6B3A-A0114F33243A}"/>
              </a:ext>
            </a:extLst>
          </p:cNvPr>
          <p:cNvSpPr txBox="1">
            <a:spLocks noChangeArrowheads="1"/>
          </p:cNvSpPr>
          <p:nvPr/>
        </p:nvSpPr>
        <p:spPr bwMode="auto">
          <a:xfrm>
            <a:off x="18396112" y="35779483"/>
            <a:ext cx="4302951" cy="479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9pPr>
          </a:lstStyle>
          <a:p>
            <a:pPr>
              <a:buClrTx/>
              <a:buFontTx/>
              <a:buNone/>
            </a:pPr>
            <a:r>
              <a:rPr lang="pt-BR" altLang="pt-BR" sz="2500" dirty="0">
                <a:latin typeface="Times New Roman" panose="02020603050405020304" pitchFamily="18" charset="0"/>
              </a:rPr>
              <a:t>Foto 3:Painel do Administrador.</a:t>
            </a:r>
          </a:p>
        </p:txBody>
      </p:sp>
      <p:sp>
        <p:nvSpPr>
          <p:cNvPr id="32" name="Text Box 12">
            <a:extLst>
              <a:ext uri="{FF2B5EF4-FFF2-40B4-BE49-F238E27FC236}">
                <a16:creationId xmlns:a16="http://schemas.microsoft.com/office/drawing/2014/main" id="{9FB75A48-DF89-F8D3-7449-1DC92F89DFEC}"/>
              </a:ext>
            </a:extLst>
          </p:cNvPr>
          <p:cNvSpPr txBox="1">
            <a:spLocks noChangeArrowheads="1"/>
          </p:cNvSpPr>
          <p:nvPr/>
        </p:nvSpPr>
        <p:spPr bwMode="auto">
          <a:xfrm>
            <a:off x="26043416" y="35779483"/>
            <a:ext cx="3495870" cy="479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9pPr>
          </a:lstStyle>
          <a:p>
            <a:pPr>
              <a:buClrTx/>
              <a:buFontTx/>
              <a:buNone/>
            </a:pPr>
            <a:r>
              <a:rPr lang="pt-BR" altLang="pt-BR" sz="2500" dirty="0">
                <a:latin typeface="Times New Roman" panose="02020603050405020304" pitchFamily="18" charset="0"/>
              </a:rPr>
              <a:t>Foto 4: Tela de Checkout.</a:t>
            </a:r>
          </a:p>
        </p:txBody>
      </p:sp>
      <p:sp>
        <p:nvSpPr>
          <p:cNvPr id="33" name="Text Box 13">
            <a:extLst>
              <a:ext uri="{FF2B5EF4-FFF2-40B4-BE49-F238E27FC236}">
                <a16:creationId xmlns:a16="http://schemas.microsoft.com/office/drawing/2014/main" id="{820D7143-8B20-110C-784D-0CEDE24B9B40}"/>
              </a:ext>
            </a:extLst>
          </p:cNvPr>
          <p:cNvSpPr txBox="1">
            <a:spLocks noChangeArrowheads="1"/>
          </p:cNvSpPr>
          <p:nvPr/>
        </p:nvSpPr>
        <p:spPr bwMode="auto">
          <a:xfrm>
            <a:off x="1303336" y="5743030"/>
            <a:ext cx="13841413" cy="75427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9pPr>
          </a:lstStyle>
          <a:p>
            <a:pPr>
              <a:buClrTx/>
              <a:buFontTx/>
              <a:buNone/>
            </a:pPr>
            <a:r>
              <a:rPr lang="pt-BR" altLang="pt-BR" sz="4400" b="1" dirty="0"/>
              <a:t>OBJETIVO DO PROJETO</a:t>
            </a:r>
          </a:p>
          <a:p>
            <a:pPr>
              <a:buClrTx/>
              <a:buFontTx/>
              <a:buNone/>
            </a:pPr>
            <a:endParaRPr lang="pt-BR" altLang="pt-BR" sz="4400" dirty="0"/>
          </a:p>
          <a:p>
            <a:pPr algn="just">
              <a:buClrTx/>
              <a:buFontTx/>
              <a:buNone/>
            </a:pPr>
            <a:r>
              <a:rPr lang="pt-BR" sz="4400" dirty="0"/>
              <a:t>Desenvolver um sistema web de e-commerce publicado em nuvem para a loja da marca de roupas Lado Doce, atendendo a uma demanda real de virtualização das vendas da loja. Contemplando os requisitos mínimos de uma loja virtual, com catálogo de produtos, checkout com cálculo de frete, pagamento integrado via Mercado Pago, além de área do cliente e painel administrativo completo.</a:t>
            </a:r>
            <a:endParaRPr lang="pt-BR" altLang="pt-BR" sz="4400" dirty="0">
              <a:latin typeface="Times New Roman" panose="02020603050405020304" pitchFamily="18" charset="0"/>
            </a:endParaRPr>
          </a:p>
          <a:p>
            <a:pPr algn="just">
              <a:buClrTx/>
              <a:buFontTx/>
              <a:buNone/>
            </a:pPr>
            <a:endParaRPr lang="pt-BR" altLang="pt-BR" sz="4400" dirty="0">
              <a:latin typeface="Times New Roman" panose="02020603050405020304" pitchFamily="18" charset="0"/>
            </a:endParaRPr>
          </a:p>
        </p:txBody>
      </p:sp>
      <p:sp>
        <p:nvSpPr>
          <p:cNvPr id="34" name="Text Box 14">
            <a:extLst>
              <a:ext uri="{FF2B5EF4-FFF2-40B4-BE49-F238E27FC236}">
                <a16:creationId xmlns:a16="http://schemas.microsoft.com/office/drawing/2014/main" id="{F72B0911-45F1-7BD9-431D-EC409F4A156A}"/>
              </a:ext>
            </a:extLst>
          </p:cNvPr>
          <p:cNvSpPr txBox="1">
            <a:spLocks noChangeArrowheads="1"/>
          </p:cNvSpPr>
          <p:nvPr/>
        </p:nvSpPr>
        <p:spPr bwMode="auto">
          <a:xfrm>
            <a:off x="1199356" y="23362049"/>
            <a:ext cx="13841413" cy="68655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9pPr>
          </a:lstStyle>
          <a:p>
            <a:pPr>
              <a:buClrTx/>
              <a:buFontTx/>
              <a:buNone/>
            </a:pPr>
            <a:r>
              <a:rPr lang="pt-BR" altLang="pt-BR" sz="4400" b="1" dirty="0"/>
              <a:t>PROPOSTA DE MELHORIA</a:t>
            </a:r>
          </a:p>
          <a:p>
            <a:pPr>
              <a:buClrTx/>
              <a:buFontTx/>
              <a:buNone/>
            </a:pPr>
            <a:endParaRPr lang="pt-BR" altLang="pt-BR" sz="4400" b="1" dirty="0"/>
          </a:p>
          <a:p>
            <a:pPr algn="just">
              <a:buClrTx/>
              <a:buFontTx/>
              <a:buNone/>
            </a:pPr>
            <a:r>
              <a:rPr lang="pt-BR" altLang="pt-BR" sz="4400" dirty="0"/>
              <a:t>Entrega de um sistema web fullstack em produção: </a:t>
            </a:r>
            <a:r>
              <a:rPr lang="pt-BR" altLang="pt-BR" sz="4400" dirty="0" err="1"/>
              <a:t>Frontend</a:t>
            </a:r>
            <a:r>
              <a:rPr lang="pt-BR" altLang="pt-BR" sz="4400" dirty="0"/>
              <a:t> em HTML/CSS/JS com animações GSAP, </a:t>
            </a:r>
            <a:r>
              <a:rPr lang="pt-BR" altLang="pt-BR" sz="4400" dirty="0" err="1"/>
              <a:t>Backend</a:t>
            </a:r>
            <a:r>
              <a:rPr lang="pt-BR" altLang="pt-BR" sz="4400" dirty="0"/>
              <a:t> em Python/</a:t>
            </a:r>
            <a:r>
              <a:rPr lang="pt-BR" altLang="pt-BR" sz="4400" dirty="0" err="1"/>
              <a:t>FastAPI</a:t>
            </a:r>
            <a:r>
              <a:rPr lang="pt-BR" altLang="pt-BR" sz="4400" dirty="0"/>
              <a:t> conectado ao </a:t>
            </a:r>
            <a:r>
              <a:rPr lang="pt-BR" altLang="pt-BR" sz="4400" dirty="0" err="1"/>
              <a:t>Supabase</a:t>
            </a:r>
            <a:r>
              <a:rPr lang="pt-BR" altLang="pt-BR" sz="4400" dirty="0"/>
              <a:t>. Integração com Mercado Pago (cartão e boleto), cálculo de frete por UF, envio de e-mails via </a:t>
            </a:r>
            <a:r>
              <a:rPr lang="pt-BR" altLang="pt-BR" sz="4400" dirty="0" err="1"/>
              <a:t>Brevo</a:t>
            </a:r>
            <a:r>
              <a:rPr lang="pt-BR" altLang="pt-BR" sz="4400" dirty="0"/>
              <a:t>/Google, e painel admin com dashboard de vendas, controle de estoque por tamanho e alertas automáticos.</a:t>
            </a:r>
          </a:p>
        </p:txBody>
      </p:sp>
      <p:sp>
        <p:nvSpPr>
          <p:cNvPr id="35" name="Text Box 15">
            <a:extLst>
              <a:ext uri="{FF2B5EF4-FFF2-40B4-BE49-F238E27FC236}">
                <a16:creationId xmlns:a16="http://schemas.microsoft.com/office/drawing/2014/main" id="{3DC74583-4B44-E2DB-1FE7-E18271D3DA74}"/>
              </a:ext>
            </a:extLst>
          </p:cNvPr>
          <p:cNvSpPr txBox="1">
            <a:spLocks noChangeArrowheads="1"/>
          </p:cNvSpPr>
          <p:nvPr/>
        </p:nvSpPr>
        <p:spPr bwMode="auto">
          <a:xfrm>
            <a:off x="16992376" y="5743030"/>
            <a:ext cx="13841412" cy="82198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9pPr>
          </a:lstStyle>
          <a:p>
            <a:pPr>
              <a:buClrTx/>
              <a:buFontTx/>
              <a:buNone/>
            </a:pPr>
            <a:r>
              <a:rPr lang="pt-BR" altLang="pt-BR" sz="4400" b="1" dirty="0"/>
              <a:t>COMUNIDADE IMPACTADA</a:t>
            </a:r>
          </a:p>
          <a:p>
            <a:pPr>
              <a:buClrTx/>
              <a:buFontTx/>
              <a:buNone/>
            </a:pPr>
            <a:endParaRPr lang="pt-BR" altLang="pt-BR" sz="4400" b="1" dirty="0"/>
          </a:p>
          <a:p>
            <a:pPr algn="just">
              <a:buClrTx/>
              <a:buFontTx/>
              <a:buNone/>
            </a:pPr>
            <a:r>
              <a:rPr lang="pt-BR" altLang="pt-BR" sz="4400" dirty="0"/>
              <a:t>A empreendedora Jéssica Gabriela, fundadora da marca Lado Doce, e sua equipe passam a contar com uma gestão digital de produtos e pedidos, reduzindo processos manuais e aumentando a eficiência operacional. Além disso, lojistas e revendedores de diferentes regiões do Brasil podem consultar o catálogo online de forma prática e acessível. Os clientes finais também são beneficiados, tendo acesso a compras online com cálculo de frete, pagamento seguro e acompanhamento de pedidos.</a:t>
            </a:r>
          </a:p>
        </p:txBody>
      </p:sp>
      <p:sp>
        <p:nvSpPr>
          <p:cNvPr id="36" name="Text Box 16">
            <a:extLst>
              <a:ext uri="{FF2B5EF4-FFF2-40B4-BE49-F238E27FC236}">
                <a16:creationId xmlns:a16="http://schemas.microsoft.com/office/drawing/2014/main" id="{0041BD10-DD09-1296-7BBF-3B5622008483}"/>
              </a:ext>
            </a:extLst>
          </p:cNvPr>
          <p:cNvSpPr txBox="1">
            <a:spLocks noChangeArrowheads="1"/>
          </p:cNvSpPr>
          <p:nvPr/>
        </p:nvSpPr>
        <p:spPr bwMode="auto">
          <a:xfrm>
            <a:off x="16948943" y="22562945"/>
            <a:ext cx="13841413" cy="88969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 pos="11231563" algn="l"/>
                <a:tab pos="11680825" algn="l"/>
                <a:tab pos="12130088" algn="l"/>
                <a:tab pos="12579350" algn="l"/>
                <a:tab pos="13028613" algn="l"/>
                <a:tab pos="13477875" algn="l"/>
              </a:tabLst>
              <a:defRPr sz="8900">
                <a:solidFill>
                  <a:srgbClr val="000000"/>
                </a:solidFill>
                <a:latin typeface="Arial" panose="020B0604020202020204" pitchFamily="34" charset="0"/>
                <a:ea typeface="Microsoft YaHei" panose="020B0503020204020204" pitchFamily="34" charset="-122"/>
              </a:defRPr>
            </a:lvl9pPr>
          </a:lstStyle>
          <a:p>
            <a:pPr>
              <a:buClrTx/>
              <a:buFontTx/>
              <a:buNone/>
            </a:pPr>
            <a:r>
              <a:rPr lang="pt-BR" altLang="pt-BR" sz="4400" b="1" dirty="0"/>
              <a:t>RELATÓRIOS FINAL</a:t>
            </a:r>
          </a:p>
          <a:p>
            <a:pPr>
              <a:buClrTx/>
              <a:buFontTx/>
              <a:buNone/>
            </a:pPr>
            <a:endParaRPr lang="pt-BR" altLang="pt-BR" sz="4400" dirty="0"/>
          </a:p>
          <a:p>
            <a:pPr algn="just">
              <a:buClrTx/>
              <a:buFontTx/>
              <a:buNone/>
            </a:pPr>
            <a:r>
              <a:rPr lang="pt-BR" altLang="pt-BR" sz="4400" dirty="0"/>
              <a:t>Sistema publicado em produção no Render (https://lado-doce.onrender.com). </a:t>
            </a:r>
            <a:r>
              <a:rPr lang="pt-BR" altLang="pt-BR" sz="4400" dirty="0" err="1"/>
              <a:t>Versionado</a:t>
            </a:r>
            <a:r>
              <a:rPr lang="pt-BR" altLang="pt-BR" sz="4400" dirty="0"/>
              <a:t> no GitHub com </a:t>
            </a:r>
            <a:r>
              <a:rPr lang="pt-BR" altLang="pt-BR" sz="4400" dirty="0" err="1"/>
              <a:t>deploy</a:t>
            </a:r>
            <a:r>
              <a:rPr lang="pt-BR" altLang="pt-BR" sz="4400" dirty="0"/>
              <a:t> automático. Funcionalidades entregues: catálogo com lançamentos semanais, sacola, login por </a:t>
            </a:r>
            <a:r>
              <a:rPr lang="pt-BR" altLang="pt-BR" sz="4400" dirty="0" err="1"/>
              <a:t>email</a:t>
            </a:r>
            <a:r>
              <a:rPr lang="pt-BR" altLang="pt-BR" sz="4400" dirty="0"/>
              <a:t>/senha e código via </a:t>
            </a:r>
            <a:r>
              <a:rPr lang="pt-BR" altLang="pt-BR" sz="4400" dirty="0" err="1"/>
              <a:t>email</a:t>
            </a:r>
            <a:r>
              <a:rPr lang="pt-BR" altLang="pt-BR" sz="4400" dirty="0"/>
              <a:t>, checkout com frete automático (</a:t>
            </a:r>
            <a:r>
              <a:rPr lang="pt-BR" altLang="pt-BR" sz="4400" dirty="0" err="1"/>
              <a:t>ViaCEP</a:t>
            </a:r>
            <a:r>
              <a:rPr lang="pt-BR" altLang="pt-BR" sz="4400" dirty="0"/>
              <a:t> + tabela correios), pagamento via Mercado Pago, área do cliente, meus pedidos, painel admin com dashboard, gestão de produtos/pedidos/clientes e upload de imagem via </a:t>
            </a:r>
            <a:r>
              <a:rPr lang="pt-BR" altLang="pt-BR" sz="4400" dirty="0" err="1"/>
              <a:t>Supabase</a:t>
            </a:r>
            <a:r>
              <a:rPr lang="pt-BR" altLang="pt-BR" sz="4400" dirty="0"/>
              <a:t> </a:t>
            </a:r>
            <a:r>
              <a:rPr lang="pt-BR" altLang="pt-BR" sz="4400" dirty="0" err="1"/>
              <a:t>storage</a:t>
            </a:r>
            <a:r>
              <a:rPr lang="pt-BR" altLang="pt-BR" sz="4400" dirty="0"/>
              <a:t>. grupo 6 integrantes - Uninove 2026.</a:t>
            </a:r>
          </a:p>
        </p:txBody>
      </p:sp>
      <p:sp>
        <p:nvSpPr>
          <p:cNvPr id="10" name="Rectangle 7">
            <a:extLst>
              <a:ext uri="{FF2B5EF4-FFF2-40B4-BE49-F238E27FC236}">
                <a16:creationId xmlns:a16="http://schemas.microsoft.com/office/drawing/2014/main" id="{20B7961E-A78E-C06C-7946-38480998ADB5}"/>
              </a:ext>
            </a:extLst>
          </p:cNvPr>
          <p:cNvSpPr>
            <a:spLocks noChangeArrowheads="1"/>
          </p:cNvSpPr>
          <p:nvPr/>
        </p:nvSpPr>
        <p:spPr bwMode="auto">
          <a:xfrm>
            <a:off x="17973025" y="14593399"/>
            <a:ext cx="12133691" cy="6910846"/>
          </a:xfrm>
          <a:prstGeom prst="rect">
            <a:avLst/>
          </a:prstGeom>
          <a:blipFill dpi="0" rotWithShape="1">
            <a:blip r:embed="rId6"/>
            <a:srcRect/>
            <a:stretch>
              <a:fillRect/>
            </a:stretch>
          </a:blipFill>
          <a:ln w="9360" cap="sq">
            <a:solidFill>
              <a:srgbClr val="000000"/>
            </a:solidFill>
            <a:round/>
            <a:headEnd/>
            <a:tailEnd/>
          </a:ln>
          <a:effectLst/>
        </p:spPr>
        <p:txBody>
          <a:bodyPr wrap="none" anchor="ctr"/>
          <a:lstStyle/>
          <a:p>
            <a:endParaRPr lang="pt-BR" dirty="0"/>
          </a:p>
        </p:txBody>
      </p:sp>
      <p:sp>
        <p:nvSpPr>
          <p:cNvPr id="13" name="Text Box 8">
            <a:extLst>
              <a:ext uri="{FF2B5EF4-FFF2-40B4-BE49-F238E27FC236}">
                <a16:creationId xmlns:a16="http://schemas.microsoft.com/office/drawing/2014/main" id="{B12DD83C-2EAE-6A66-9CB5-6D9130E5BA07}"/>
              </a:ext>
            </a:extLst>
          </p:cNvPr>
          <p:cNvSpPr txBox="1">
            <a:spLocks noChangeArrowheads="1"/>
          </p:cNvSpPr>
          <p:nvPr/>
        </p:nvSpPr>
        <p:spPr bwMode="auto">
          <a:xfrm>
            <a:off x="5924583" y="37409442"/>
            <a:ext cx="4781479" cy="479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8900">
                <a:solidFill>
                  <a:srgbClr val="000000"/>
                </a:solidFill>
                <a:latin typeface="Arial" panose="020B0604020202020204" pitchFamily="34" charset="0"/>
                <a:ea typeface="Microsoft YaHei" panose="020B0503020204020204" pitchFamily="34" charset="-122"/>
              </a:defRPr>
            </a:lvl9pPr>
          </a:lstStyle>
          <a:p>
            <a:pPr>
              <a:buClrTx/>
              <a:buFontTx/>
              <a:buNone/>
            </a:pPr>
            <a:r>
              <a:rPr lang="pt-BR" altLang="pt-BR" sz="2500" dirty="0">
                <a:latin typeface="Times New Roman" panose="02020603050405020304" pitchFamily="18" charset="0"/>
              </a:rPr>
              <a:t>Foto 1: Tela Inicial Site Lado Doce.</a:t>
            </a:r>
          </a:p>
        </p:txBody>
      </p:sp>
      <p:sp>
        <p:nvSpPr>
          <p:cNvPr id="14" name="CaixaDeTexto 13">
            <a:extLst>
              <a:ext uri="{FF2B5EF4-FFF2-40B4-BE49-F238E27FC236}">
                <a16:creationId xmlns:a16="http://schemas.microsoft.com/office/drawing/2014/main" id="{7462DA7B-63D7-888F-DDB8-DD7F4CC1F5FC}"/>
              </a:ext>
            </a:extLst>
          </p:cNvPr>
          <p:cNvSpPr txBox="1"/>
          <p:nvPr/>
        </p:nvSpPr>
        <p:spPr>
          <a:xfrm>
            <a:off x="13554846" y="3669074"/>
            <a:ext cx="13033032" cy="646331"/>
          </a:xfrm>
          <a:prstGeom prst="rect">
            <a:avLst/>
          </a:prstGeom>
          <a:noFill/>
        </p:spPr>
        <p:txBody>
          <a:bodyPr wrap="square" rtlCol="0">
            <a:spAutoFit/>
          </a:bodyPr>
          <a:lstStyle/>
          <a:p>
            <a:r>
              <a:rPr lang="pt-BR" sz="3600" b="1" dirty="0">
                <a:solidFill>
                  <a:schemeClr val="bg1"/>
                </a:solidFill>
                <a:latin typeface="Arial" panose="020B0604020202020204" pitchFamily="34" charset="0"/>
                <a:cs typeface="Arial" panose="020B0604020202020204" pitchFamily="34" charset="0"/>
              </a:rPr>
              <a:t>CURSO: ANÁLISE E DESENVOLVIMENTO DE SISTEMAS</a:t>
            </a:r>
          </a:p>
        </p:txBody>
      </p:sp>
    </p:spTree>
    <p:extLst>
      <p:ext uri="{BB962C8B-B14F-4D97-AF65-F5344CB8AC3E}">
        <p14:creationId xmlns:p14="http://schemas.microsoft.com/office/powerpoint/2010/main" val="662637085"/>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o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130</TotalTime>
  <Words>537</Words>
  <Application>Microsoft Office PowerPoint</Application>
  <PresentationFormat>Personalizar</PresentationFormat>
  <Paragraphs>31</Paragraphs>
  <Slides>1</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vt:i4>
      </vt:variant>
    </vt:vector>
  </HeadingPairs>
  <TitlesOfParts>
    <vt:vector size="7" baseType="lpstr">
      <vt:lpstr>Aptos</vt:lpstr>
      <vt:lpstr>Aptos Display</vt:lpstr>
      <vt:lpstr>Arial</vt:lpstr>
      <vt:lpstr>Garamond</vt:lpstr>
      <vt:lpstr>Times New Roman</vt:lpstr>
      <vt:lpstr>Tema do Office</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Adriano Miranda Vasconcellos de Jesus</dc:creator>
  <cp:lastModifiedBy>BRENO PEREIRA DE SOUZA</cp:lastModifiedBy>
  <cp:revision>9</cp:revision>
  <dcterms:created xsi:type="dcterms:W3CDTF">2024-08-21T12:22:29Z</dcterms:created>
  <dcterms:modified xsi:type="dcterms:W3CDTF">2026-05-29T19:23:41Z</dcterms:modified>
</cp:coreProperties>
</file>